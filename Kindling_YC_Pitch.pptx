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private tutor that notices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learner is stuck—and knows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teach.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Working product  ·  Adaptive tutoring across subjects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 ·  founders@kindling.app  ·  YC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tutoring works.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Almost nobody gets it daily.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$60–100/hr, scarce, hard to schedule every night.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87452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2404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put a personal tutor on every child every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solvers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answers—not understanding or rescue.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3931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310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grades late; miss the moment of struggle.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Tutoring quality is judgment under uncertainty—not more fluent AI text.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229600" cy="3200400"/>
          </a:xfrm>
          <a:prstGeom prst="roundRect">
            <a:avLst>
              <a:gd name="adj" fmla="val 3429"/>
            </a:avLst>
          </a:prstGeom>
          <a:solidFill>
            <a:srgbClr val="1F3A3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private tutor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Socratically by default—any subject the learner brings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learner every turn (correctness, affect, struggle)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Intervenes on purpose: graduated ladder, always exit-able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Mastery, examples, misconceptions, show-your-work—built as systems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get clarity; students get encouragement—not the same UI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WHAT IS REAL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product. Not slideware.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109728" cy="566928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52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lesson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252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tutor, path, tools, voice; math, code, lists, diagrams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013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801368"/>
            <a:ext cx="109728" cy="566928"/>
          </a:xfrm>
          <a:prstGeom prst="rect">
            <a:avLst/>
          </a:prstGeom>
          <a:solidFill>
            <a:srgbClr val="C9943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11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subject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110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Student-created subjects &amp; topics—math, science, coding, languages…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459736"/>
            <a:ext cx="109728" cy="566928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69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5694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→ learner profile → personalization directives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10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18104"/>
            <a:ext cx="109728" cy="566928"/>
          </a:xfrm>
          <a:prstGeom prst="rect">
            <a:avLst/>
          </a:prstGeom>
          <a:solidFill>
            <a:srgbClr val="C9943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278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227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detectors + ladder L1–L4 + exit anytime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76472"/>
            <a:ext cx="109728" cy="566928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floor, resume, digests, familiarity-aware first session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learning system. Rent the model.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answers, pauses, uploads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4630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Correctness, affect, struggle, misconceptions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9204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skill mastery over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2194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40880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Ladder, examples, digests, next move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path: session data × intervention policies × curriculum graphs × parent trust — not the base LLM.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 for a pedagogy company.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E1EF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capability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multi-turn tutoring UX is finally good enough to ship.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1EF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exist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514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already pay for tutors, apps, and test prep.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1EFE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gaps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3375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shortage and learning loss are not a fad.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E1EFE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free answers win the habit, serious learning loses. Own trust + teaching policy now.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WEDGE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narrow. Expand from mastery.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3200400"/>
          </a:xfrm>
          <a:prstGeom prst="roundRect">
            <a:avLst>
              <a:gd name="adj" fmla="val 3429"/>
            </a:avLst>
          </a:prstGeom>
          <a:solidFill>
            <a:srgbClr val="1F3A3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of ages ~8–16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Nightly 1-on-1 help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school subjects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 = how we teach when stuck—not a single-subject silo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904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764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across subjects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542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816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Multi-child households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09160" y="34290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8679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tutoring centers (B2B2C)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GTM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first. Institutions when trust is earned.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2697480" cy="50292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subscription (core)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packs (seasonal)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center licenses later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beta, one geography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digests + referrals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→ micro-schools → districts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280160"/>
            <a:ext cx="2697480" cy="502920"/>
          </a:xfrm>
          <a:prstGeom prst="rect">
            <a:avLst/>
          </a:prstGeom>
          <a:solidFill>
            <a:srgbClr val="1F3A34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71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/ learner / week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→ success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+ parent NPS + GM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3A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ChatGPT for homework.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82296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Kindling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LLMs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durable learner model or child product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 solvers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speed ≠ mastery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banks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rescue + affect; often subject-siloed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 marketplaces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Cost, scheduling, quality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tutor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wrappers; thin intervention 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Wedge: intervention + mastery + family loop + safety as infrastructure—across every subject they study.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E8A8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TEAM ·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loop. Earn trust. Scale.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C504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tutor +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C5048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before send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C5048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Pre-revenue*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 ·  pre-seed  ·  12–18 months runway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paid beta → PMF metrics  ·  learning science + eval  ·  safety for institutions  ·  parent acquisition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not building a better answer engine.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building the tutor that stays—especially when learning is hard.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founders@kindling.app  ·  Demo on request  ·  *Replace status before investor send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Kindling — YC Pitch</dc:title>
  <dc:subject>Y Combinator partner deck</dc:subject>
  <dc:creator>Kindling</dc:creator>
  <cp:lastModifiedBy>Kindling</cp:lastModifiedBy>
  <cp:revision>1</cp:revision>
  <dcterms:created xsi:type="dcterms:W3CDTF">2026-08-13T17:34:04Z</dcterms:created>
  <dcterms:modified xsi:type="dcterms:W3CDTF">2026-08-13T17:34:04Z</dcterms:modified>
</cp:coreProperties>
</file>